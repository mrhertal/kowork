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</c:v>
                </c:pt>
              </c:strCache>
            </c:strRef>
          </c:tx>
          <c:spPr>
            <a:solidFill>
              <a:srgbClr val="1F3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</c:v>
                </c:pt>
                <c:pt idx="1">
                  <c:v>3.6</c:v>
                </c:pt>
                <c:pt idx="2">
                  <c:v>4</c:v>
                </c:pt>
                <c:pt idx="3">
                  <c:v>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team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Review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 Performance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Region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Trend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737360"/>
          <a:ext cx="10972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Review</dc:title>
  <dc:subject>PptxGenJS Presentation</dc:subject>
  <dc:creator>Kowork</dc:creator>
  <cp:lastModifiedBy>Kowork</cp:lastModifiedBy>
  <cp:revision>1</cp:revision>
  <dcterms:created xsi:type="dcterms:W3CDTF">2026-06-23T21:56:37Z</dcterms:created>
  <dcterms:modified xsi:type="dcterms:W3CDTF">2026-06-23T21:56:37Z</dcterms:modified>
</cp:coreProperties>
</file>