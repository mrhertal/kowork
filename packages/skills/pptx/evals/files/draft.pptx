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edit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4572000" cy="228600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amet, consectetur adipiscing elit.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0"/>
            <a:ext cx="4572000" cy="2286000"/>
          </a:xfrm>
          <a:prstGeom prst="rect">
            <a:avLst/>
          </a:prstGeom>
          <a:solidFill>
            <a:srgbClr val="F4E8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edit this text box.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0" y="5943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</dc:title>
  <dc:subject>PptxGenJS Presentation</dc:subject>
  <dc:creator>Kowork</dc:creator>
  <cp:lastModifiedBy>Kowork</cp:lastModifiedBy>
  <cp:revision>1</cp:revision>
  <dcterms:created xsi:type="dcterms:W3CDTF">2026-06-23T21:56:37Z</dcterms:created>
  <dcterms:modified xsi:type="dcterms:W3CDTF">2026-06-23T21:56:37Z</dcterms:modified>
</cp:coreProperties>
</file>